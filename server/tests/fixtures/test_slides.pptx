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1: Variables are names that refer to values.</a:t>
            </a:r>
          </a:p>
          <a:p>
            <a:r>
              <a:t>Python supports integers floats and strings as data types.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Functions are defined using the def keyword.</a:t>
            </a:r>
          </a:p>
          <a:p>
            <a:r>
              <a:t>A function takes parameters and returns a value with the return statement.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